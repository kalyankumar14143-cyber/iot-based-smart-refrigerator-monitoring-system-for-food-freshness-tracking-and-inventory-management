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10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01080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IoT-Based Smart Refrigerator Monitoring System for Food Freshness Tracking and Inventory Management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147145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intelligent, IoT-powered solution for continuously monitoring food storage conditions, tracking freshness, and managing food inventory — reducing wastage and ensuring food safety through cloud-based monitoring.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3A6F4-0A9B-2A4C-991A-132102C5901A}"/>
              </a:ext>
            </a:extLst>
          </p:cNvPr>
          <p:cNvSpPr txBox="1"/>
          <p:nvPr/>
        </p:nvSpPr>
        <p:spPr>
          <a:xfrm>
            <a:off x="9784735" y="6211669"/>
            <a:ext cx="2359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/>
              <a:t>PANCHADARLA KALYAN</a:t>
            </a:r>
            <a:br>
              <a:rPr lang="en-IN"/>
            </a:br>
            <a:r>
              <a:rPr lang="en-IN"/>
              <a:t>323129520103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63055"/>
            <a:ext cx="6296860" cy="1157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8049" y="144154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Real-Time Visibility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8049" y="177135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Traditional refrigerators do not provide real-time information about food conditions or inventory status.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54684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8049" y="273317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Monitoring Challenges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8049" y="306298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find it difficult to monitor food expiry dates and track stock availability manually.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46314"/>
            <a:ext cx="6296860" cy="11570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8049" y="402480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Wastage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8049" y="435461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Lack of continuous monitoring contributes to food wastage and inefficient inventory management.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137944"/>
            <a:ext cx="6296860" cy="11570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8049" y="5316438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Need for Intelligent Systems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5488049" y="5646241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require intelligent systems capable of monitoring storage conditions and managing inventory efficiently.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40248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IoT-Based Smart Refrigerator Monitoring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2453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comprehensive system that leverages IoT sensors and cloud-based monitoring to deliver centralized, real-time access to refrigerator information.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701852"/>
            <a:ext cx="6903269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IoT sensors monitor refrigerator conditions and food inventory continuously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Cloud-based platform enables centralized access from anywhere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Secure and user-friendly interface for easy interaction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tracking of storage conditions, food freshness, expiry dates, and inventory levels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50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Sensors and Technologies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2713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integrates a suite of complementary technologies to deliver comprehensive monitoring and inventory management.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545134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506" y="1693168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482" y="1810048"/>
            <a:ext cx="191289" cy="191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506" y="2224683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 Sensors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06" y="2509838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Monitor refrigerator temperature in real time to ensure optimal storage conditions.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48928" y="1545134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6959" y="1693168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935" y="1810048"/>
            <a:ext cx="191289" cy="1912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6959" y="2224683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Humidity Sensors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296959" y="2509838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storage humidity levels to preserve food freshness and quality.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1475" y="3161010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506" y="3309045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482" y="3425924"/>
            <a:ext cx="191289" cy="1912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506" y="3840559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RFID Technology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9506" y="4125714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 and track individual food items automatically within the refrigerator.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48928" y="3161010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96959" y="3309045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935" y="3425924"/>
            <a:ext cx="191289" cy="1912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6959" y="3840559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Barcode Technology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96959" y="4125714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Scan and manage food inventory entries efficiently.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1475" y="4776887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9506" y="4924921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6482" y="5041801"/>
            <a:ext cx="191289" cy="1912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9506" y="5456436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 Communication Modules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09506" y="5741591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Transmit collected sensor data securely to the cloud platform.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48928" y="4776887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96959" y="4924921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935" y="5041801"/>
            <a:ext cx="191289" cy="1912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96959" y="5456436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Connectivity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296959" y="5741591"/>
            <a:ext cx="50852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 centralized monitoring and data management accessible from any device.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Working Process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Platform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 Transmission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Inventory Update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Item ID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Sensor Monitor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end-to-end workflow ensures that every stage — from sensor data collection to alert generation — operates continuously and automatically, keeping users informed at all times.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09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Freshness and Storage Monitoring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06141"/>
            <a:ext cx="691587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the System Monitors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759" y="1964382"/>
            <a:ext cx="261336" cy="261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7702" y="1958975"/>
            <a:ext cx="160522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7702" y="2391767"/>
            <a:ext cx="1605220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real-time temperature monitoring of the refrigerator environment.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8921" y="1964382"/>
            <a:ext cx="261336" cy="261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99864" y="1958975"/>
            <a:ext cx="160522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Humidity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599864" y="2391767"/>
            <a:ext cx="1605220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Ongoing humidity tracking to maintain optimal storage conditions.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083" y="1964382"/>
            <a:ext cx="261336" cy="2613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72026" y="1958975"/>
            <a:ext cx="1605319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Freshness &amp; Expiry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5972026" y="2663924"/>
            <a:ext cx="1605319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Tracks freshness status and expiry dates, identifying expired food items promptly.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759" y="4329559"/>
            <a:ext cx="261336" cy="2613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27702" y="4324152"/>
            <a:ext cx="63496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Storage Condition Alerts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227702" y="4756944"/>
            <a:ext cx="634964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Generates alerts when storage conditions deviate from safe thresholds.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61475" y="5205413"/>
            <a:ext cx="6915870" cy="911820"/>
          </a:xfrm>
          <a:prstGeom prst="roundRect">
            <a:avLst>
              <a:gd name="adj" fmla="val 8026"/>
            </a:avLst>
          </a:prstGeom>
          <a:solidFill>
            <a:srgbClr val="B6FCB8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99" y="5434905"/>
            <a:ext cx="217780" cy="1742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27702" y="5393531"/>
            <a:ext cx="617541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monitoring helps users maintain optimal storage conditions and improve food safety.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737" y="2057797"/>
            <a:ext cx="3527734" cy="35278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21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Inventory Management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7086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monitoring helps users manage food stock efficiently and minimize unnecessary waste.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85913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739753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Item Identification &amp; Stock Monitoring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443710"/>
            <a:ext cx="25399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food item is identified and stock availability is tracked continuously using RFID and barcode technology.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385913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7397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Tracking &amp; Alerts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148435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Food expiry dates are monitored and expired-item alerts are generated automatically to prompt timely action.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385913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739753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Consumption History &amp; Updates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443710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Consumption history is recorded and inventory is updated in real time, providing centralized food inventory information.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85913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7397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Low-Stock Detection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148435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detects low-stock conditions and notifies users before items run out completely.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480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3776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and Alert System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61475" y="1223963"/>
            <a:ext cx="629686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interactive, centralized dashboard provides users with a unified view of all refrigerator and inventory information at a glance.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1845568"/>
            <a:ext cx="6296860" cy="4488656"/>
          </a:xfrm>
          <a:prstGeom prst="roundRect">
            <a:avLst>
              <a:gd name="adj" fmla="val 1492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1851918"/>
            <a:ext cx="6284160" cy="1118989"/>
          </a:xfrm>
          <a:custGeom>
            <a:avLst/>
            <a:gdLst/>
            <a:ahLst/>
            <a:cxnLst/>
            <a:rect l="l" t="t" r="r" b="b"/>
            <a:pathLst>
              <a:path w="6284160" h="1118989">
                <a:moveTo>
                  <a:pt x="55820" y="0"/>
                </a:moveTo>
                <a:lnTo>
                  <a:pt x="6228340" y="0"/>
                </a:lnTo>
                <a:arcTo wR="55820" hR="55821" stAng="16200000" swAng="5400000"/>
                <a:lnTo>
                  <a:pt x="6284160" y="1118989"/>
                </a:lnTo>
                <a:lnTo>
                  <a:pt x="0" y="1118989"/>
                </a:lnTo>
                <a:lnTo>
                  <a:pt x="0" y="55821"/>
                </a:lnTo>
                <a:arcTo wR="55820" hR="55821" stAng="10800000" swAng="5400000"/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8" name="Text 5"/>
          <p:cNvSpPr/>
          <p:nvPr/>
        </p:nvSpPr>
        <p:spPr>
          <a:xfrm>
            <a:off x="827265" y="2011362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 &amp; Storage Conditions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7265" y="2341166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Live refrigerator temperature and storage-condition information displayed in real time.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7825" y="2970907"/>
            <a:ext cx="6284160" cy="1118989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297090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12" name="Text 9"/>
          <p:cNvSpPr/>
          <p:nvPr/>
        </p:nvSpPr>
        <p:spPr>
          <a:xfrm>
            <a:off x="827265" y="3130352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Dates &amp; Stock Availability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7265" y="3460155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Food expiry dates and current stock levels visible at a glance for quick decision-making.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7825" y="4089896"/>
            <a:ext cx="6284160" cy="1118989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089896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16" name="Text 13"/>
          <p:cNvSpPr/>
          <p:nvPr/>
        </p:nvSpPr>
        <p:spPr>
          <a:xfrm>
            <a:off x="827265" y="4249341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Consumption History &amp; Inventory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7265" y="4579144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Historical consumption data and full inventory information accessible from the centralized dashboard.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7825" y="5208885"/>
            <a:ext cx="6284160" cy="1118989"/>
          </a:xfrm>
          <a:custGeom>
            <a:avLst/>
            <a:gdLst/>
            <a:ahLst/>
            <a:cxnLst/>
            <a:rect l="l" t="t" r="r" b="b"/>
            <a:pathLst>
              <a:path w="6284160" h="1118989">
                <a:moveTo>
                  <a:pt x="0" y="0"/>
                </a:moveTo>
                <a:lnTo>
                  <a:pt x="6284160" y="0"/>
                </a:lnTo>
                <a:lnTo>
                  <a:pt x="6284160" y="1063168"/>
                </a:lnTo>
                <a:arcTo wR="55820" hR="55821" stAng="0" swAng="5400000"/>
                <a:lnTo>
                  <a:pt x="55820" y="1118989"/>
                </a:lnTo>
                <a:arcTo wR="55820" hR="55821" stAng="5400000" swAng="5400000"/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825" y="5208885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20" name="Text 17"/>
          <p:cNvSpPr/>
          <p:nvPr/>
        </p:nvSpPr>
        <p:spPr>
          <a:xfrm>
            <a:off x="827265" y="5368330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Alert Notifications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27265" y="5698133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Timely alerts for expired food items, low-stock conditions, and any storage conditions requiring user attention.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24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Benefits and Applications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195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Major Benefits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1994198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417" y="2056110"/>
            <a:ext cx="192301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Improved Food Safety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8417" y="2790726"/>
            <a:ext cx="1923010" cy="140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storage-condition monitoring ensures food is kept in safe conditions at all times.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6032" y="1994198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2975" y="2056110"/>
            <a:ext cx="192310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Reduced Food Wastage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952975" y="2790726"/>
            <a:ext cx="1923109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Expiry tracking and low-stock alerts help users act before food is wasted.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1475" y="4541540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417" y="4603452"/>
            <a:ext cx="463766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Enhanced Inventory Management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238417" y="5056584"/>
            <a:ext cx="4637666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tracking delivers more efficient food-stock management and supports smart kitchen automation.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1961" y="15195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Application Areas</a:t>
            </a:r>
            <a:endParaRPr lang="en-US" sz="17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961" y="2025650"/>
            <a:ext cx="270166" cy="27017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63771" y="2033588"/>
            <a:ext cx="205814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Homes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763771" y="2486720"/>
            <a:ext cx="2058142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Personal food freshness and inventory management for households.</a:t>
            </a:r>
            <a:endParaRPr lang="en-US" sz="14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6518" y="2025650"/>
            <a:ext cx="270166" cy="2701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478329" y="2033588"/>
            <a:ext cx="205824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Restaurants &amp; Hotels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9478329" y="2768203"/>
            <a:ext cx="205824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Large-scale food storage monitoring for commercial kitchens.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961" y="3987502"/>
            <a:ext cx="270166" cy="2701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3771" y="3995440"/>
            <a:ext cx="205814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Supermarkets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6763771" y="4448572"/>
            <a:ext cx="2058142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Inventory and freshness tracking across large food retail environments.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36518" y="3987502"/>
            <a:ext cx="270166" cy="2701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78329" y="3995440"/>
            <a:ext cx="205824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Hospitals &amp; Food Storage Facilities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9478329" y="4730055"/>
            <a:ext cx="2058241" cy="140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Critical food safety monitoring in healthcare and dedicated storage environments.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09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39838"/>
            <a:ext cx="3588652" cy="35887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87859" y="2697361"/>
            <a:ext cx="694861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 Smarter Way to Store Food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87859" y="3007320"/>
            <a:ext cx="6948611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IoT-Based Smart Refrigerator Monitoring System delivers a comprehensive, automated solution for modern food storage challenges.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1475" y="5259983"/>
            <a:ext cx="264391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5365948"/>
            <a:ext cx="264391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5636816"/>
            <a:ext cx="26439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Temperature, humidity, food freshness, and inventory are monitored without interruption.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03019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03019" y="5259983"/>
            <a:ext cx="2644014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2" name="Text 9"/>
          <p:cNvSpPr/>
          <p:nvPr/>
        </p:nvSpPr>
        <p:spPr>
          <a:xfrm>
            <a:off x="3403019" y="5365948"/>
            <a:ext cx="264401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RFID &amp; Barcode Tracking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03019" y="5636816"/>
            <a:ext cx="2644014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Reliable identification and cloud-based management of all food inventory items.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44662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44662" y="5259983"/>
            <a:ext cx="264391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6" name="Text 13"/>
          <p:cNvSpPr/>
          <p:nvPr/>
        </p:nvSpPr>
        <p:spPr>
          <a:xfrm>
            <a:off x="6144662" y="5365948"/>
            <a:ext cx="264391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Timely Alerts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44662" y="5636816"/>
            <a:ext cx="264391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Expiry and low-stock alerts empower users to take timely, informed action.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886206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86206" y="5259983"/>
            <a:ext cx="2644014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0" name="Text 17"/>
          <p:cNvSpPr/>
          <p:nvPr/>
        </p:nvSpPr>
        <p:spPr>
          <a:xfrm>
            <a:off x="8886206" y="5365948"/>
            <a:ext cx="264401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Smarter Outcomes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886206" y="5636816"/>
            <a:ext cx="264401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Improved food safety, reduced wastage, enhanced inventory management, and support for smart kitchen automation.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790</Words>
  <Application>Microsoft Office PowerPoint</Application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5</cp:revision>
  <dcterms:created xsi:type="dcterms:W3CDTF">2026-08-19T06:47:13Z</dcterms:created>
  <dcterms:modified xsi:type="dcterms:W3CDTF">2026-10-04T18:34:41Z</dcterms:modified>
</cp:coreProperties>
</file>